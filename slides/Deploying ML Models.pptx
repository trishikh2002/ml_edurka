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2CB1-F838-9DEF-D131-7855D496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0DC39-12E9-9421-4FD7-16BBEDB2A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C0CCC-9480-315F-28F6-4DA5D927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765A0-2BC7-DA17-0C58-1BFCFF0F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A5B1D-CB04-ABAE-4B5F-7469ABC5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47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AB7D-6A45-5114-B379-F3F8F512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39FA-70F5-4FD2-E42E-DEDFAFD0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F8FD4-C7ED-C163-EC39-94A426B1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D8A25-ECD3-3E9D-435D-FEB64969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2E6B-4B0D-E4E5-FB6F-F5A69E12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91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F20A-85EF-649D-4058-96E970BE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6186F-33E9-7E05-CE30-84C82D189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64A5B-1F86-56F2-C617-B89E9707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941FD-F1AF-36F2-95D2-ABABCCF4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7CE17-1F7F-5DAE-756B-FC1E35B7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66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39BB-53A3-71E2-25C3-DA040CEF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25625-3CCA-EC69-071D-1AB04C817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EE53C-1D02-0F1C-16E8-8F8250F1C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3DEDE-C522-057E-C651-F169E234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C51DA-DBB7-8ED2-58E5-8F7EB4DE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9FF14-D492-0AE3-510C-D9F2DC66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0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BCB9-A37F-3A9E-FDC5-3DA8B11D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77D66-79F6-1FB6-D48A-5470FAAC3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D735A-ECC6-C049-5C9A-3AE496664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130E4F-697C-5F57-8CFC-BCF98EFFD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3B192-E281-21D1-5779-F2CE27F33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E51F0-1C4F-6759-2ABB-21D447C37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4210F-86FB-A2FE-2903-2F75E2DC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07115-AC47-45DE-64AA-9CABC9A1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55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F496-0045-3110-9892-DAD3E037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08CE3-4D51-B7B9-4C0B-EBD4E33D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66EF9-79A9-5F02-6F4E-3E65E60E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39103-2174-5E18-BB89-4256CA4C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7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6EF39-DE5A-A242-F9AB-9EE09AC9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3329F1-7E98-1381-8FF4-3866ABDE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81D36-CCCC-0663-CF28-CC2BBCFA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01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EC71-1678-3A6A-99C1-1C1CC2BC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1B4B-6081-6B1B-6FE0-C1B907CC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87859-268D-BC8B-B6D1-4EF56EF35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FBCC5-C16C-DCDF-388E-3B4CBB25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63F26-1604-AA3F-B1AE-A5BF36AC6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4C71B-8805-F90C-4AAA-7F16607B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77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C859-112B-8890-9AB9-ABFDDA3E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D4B5C-7575-5A57-3E4C-4B6EF5440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A4CFC-9ED9-D0E8-6F16-E9A43D3FC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50634-D148-677E-6E38-2975286B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27A6A-027F-EA0F-9196-132E3E29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6C0B1-7F40-53EA-7F7F-6DCD9E0F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5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4268-90D1-2746-62B0-E9CD7D39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2158E-3BB9-39B7-9AC9-544711D50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CF24C-43E5-3EC5-616F-0A222E00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114D9-BE8D-CE8A-C1AC-1D806085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32CD6-1220-87B3-EA7E-CF5BD55B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2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25479-6FE7-4F9C-D2AF-BCECDAC00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E19F3-DC41-B484-F845-241D28C3D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43C26-0541-70AA-3E14-99252CBB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3C59-822B-F407-0DB7-3906BCDA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4C974-4DF0-E9A2-F96B-2A41D79A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843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278A00-E114-BD09-3043-7D262160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928DF-CBD8-04CD-09DE-35A462209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9DB14-8AFB-0C3A-07FB-D14050DD1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B0F13-627B-4D1A-9376-9A053C9FCDB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B330C-6661-8F09-D743-C6DFC9596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18D6F-7EEE-9283-866B-721E93DF4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66C03-E3A0-406F-B3E3-332D6602C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31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38C8-887B-D5E4-F2F1-23E48679F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Deploying ML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8936E-A2BB-35E5-345D-A2AC2952A9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74868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220D-C64B-0283-1D68-4A03D6DF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1: Model Deployment – Regression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56286-1223-5B8A-EAE3-C8575AFA5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Years of Experience-&gt;Salary</a:t>
            </a:r>
          </a:p>
          <a:p>
            <a:r>
              <a:rPr lang="en-IN" dirty="0"/>
              <a:t>Save the final model as a pickle file</a:t>
            </a:r>
          </a:p>
          <a:p>
            <a:r>
              <a:rPr lang="en-IN" dirty="0"/>
              <a:t>Code: C:\ml\code\model_deployment\</a:t>
            </a:r>
            <a:r>
              <a:rPr lang="en-IN" b="1" dirty="0"/>
              <a:t>01_linear_regression.py</a:t>
            </a:r>
          </a:p>
        </p:txBody>
      </p:sp>
    </p:spTree>
    <p:extLst>
      <p:ext uri="{BB962C8B-B14F-4D97-AF65-F5344CB8AC3E}">
        <p14:creationId xmlns:p14="http://schemas.microsoft.com/office/powerpoint/2010/main" val="230389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220D-C64B-0283-1D68-4A03D6DF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1: Serving Model as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56286-1223-5B8A-EAE3-C8575AFA5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Use Flask to create end points for the model to be accessed by end users</a:t>
            </a:r>
          </a:p>
          <a:p>
            <a:r>
              <a:rPr lang="en-IN" dirty="0"/>
              <a:t>Code: C:\code\Data Analytics\model-deployment\02_api.py</a:t>
            </a:r>
          </a:p>
          <a:p>
            <a:r>
              <a:rPr lang="en-IN" dirty="0"/>
              <a:t>On the terminal: </a:t>
            </a:r>
            <a:r>
              <a:rPr lang="en-IN" b="1" dirty="0"/>
              <a:t>python 02_api.py</a:t>
            </a:r>
            <a:endParaRPr lang="en-IN" dirty="0"/>
          </a:p>
          <a:p>
            <a:r>
              <a:rPr lang="en-IN" dirty="0"/>
              <a:t>Start Postman</a:t>
            </a:r>
          </a:p>
          <a:p>
            <a:r>
              <a:rPr lang="en-US" dirty="0"/>
              <a:t>1. POST to: http://127.0.0.1:5000/predict</a:t>
            </a:r>
          </a:p>
          <a:p>
            <a:r>
              <a:rPr lang="en-US" dirty="0"/>
              <a:t>2. Select Body</a:t>
            </a:r>
          </a:p>
          <a:p>
            <a:r>
              <a:rPr lang="en-US" dirty="0"/>
              <a:t>3. Select Raw</a:t>
            </a:r>
          </a:p>
          <a:p>
            <a:r>
              <a:rPr lang="en-US" dirty="0"/>
              <a:t>4. Select JSON</a:t>
            </a:r>
          </a:p>
          <a:p>
            <a:r>
              <a:rPr lang="en-US" dirty="0"/>
              <a:t>5. Supply JSON for Features:</a:t>
            </a:r>
          </a:p>
          <a:p>
            <a:r>
              <a:rPr lang="en-US" dirty="0"/>
              <a:t>    [{  "YearsExperience":8  }]</a:t>
            </a:r>
          </a:p>
          <a:p>
            <a:r>
              <a:rPr lang="en-US" dirty="0"/>
              <a:t>6. Click Send button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84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E812-3665-4B10-5423-6B6E95D1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Deploying as a Container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19A2-EC9F-1688-47C1-9DB429E70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new directory: C:\code\Data Analytics\model-deployment\</a:t>
            </a:r>
            <a:r>
              <a:rPr lang="en-IN" dirty="0" err="1"/>
              <a:t>tmp_dir</a:t>
            </a:r>
            <a:endParaRPr lang="en-IN" dirty="0"/>
          </a:p>
          <a:p>
            <a:r>
              <a:rPr lang="en-IN" dirty="0"/>
              <a:t>Copy the following files: </a:t>
            </a:r>
          </a:p>
          <a:p>
            <a:pPr lvl="1"/>
            <a:r>
              <a:rPr lang="en-IN" dirty="0"/>
              <a:t>02_api.py (Code is slightly modified – have a look)</a:t>
            </a:r>
          </a:p>
          <a:p>
            <a:pPr lvl="1"/>
            <a:r>
              <a:rPr lang="en-IN" dirty="0" err="1"/>
              <a:t>column_names.pkl</a:t>
            </a:r>
            <a:endParaRPr lang="en-IN" dirty="0"/>
          </a:p>
          <a:p>
            <a:pPr lvl="1"/>
            <a:r>
              <a:rPr lang="en-IN" dirty="0" err="1"/>
              <a:t>final_model.pkl</a:t>
            </a:r>
            <a:endParaRPr lang="en-IN" dirty="0"/>
          </a:p>
          <a:p>
            <a:r>
              <a:rPr lang="en-IN" dirty="0"/>
              <a:t>Create two new files (Contents follow …)</a:t>
            </a:r>
          </a:p>
          <a:p>
            <a:pPr lvl="1"/>
            <a:r>
              <a:rPr lang="en-IN" dirty="0" err="1"/>
              <a:t>Dockerfile</a:t>
            </a:r>
            <a:endParaRPr lang="en-IN" dirty="0"/>
          </a:p>
          <a:p>
            <a:pPr lvl="1"/>
            <a:r>
              <a:rPr lang="en-IN" dirty="0"/>
              <a:t>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110673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E4CB-F279-B683-82A3-0BEB8645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Modified 02_api.py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EEB0C-1D24-6E1B-C568-62E54C2EA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from flask import Flask, request, </a:t>
            </a:r>
            <a:r>
              <a:rPr lang="en-IN" dirty="0" err="1"/>
              <a:t>jsonify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joblib</a:t>
            </a:r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/>
              <a:t>import pickle</a:t>
            </a:r>
          </a:p>
          <a:p>
            <a:endParaRPr lang="en-IN" dirty="0"/>
          </a:p>
          <a:p>
            <a:r>
              <a:rPr lang="en-IN" dirty="0"/>
              <a:t>app = Flask(__name__)</a:t>
            </a:r>
          </a:p>
          <a:p>
            <a:endParaRPr lang="en-IN" dirty="0"/>
          </a:p>
          <a:p>
            <a:r>
              <a:rPr lang="en-IN" dirty="0"/>
              <a:t>model = </a:t>
            </a:r>
            <a:r>
              <a:rPr lang="en-IN" dirty="0" err="1"/>
              <a:t>joblib.load</a:t>
            </a:r>
            <a:r>
              <a:rPr lang="en-IN" dirty="0"/>
              <a:t>("</a:t>
            </a:r>
            <a:r>
              <a:rPr lang="en-IN" dirty="0" err="1"/>
              <a:t>final_model.pkl</a:t>
            </a:r>
            <a:r>
              <a:rPr lang="en-IN" dirty="0"/>
              <a:t>") </a:t>
            </a:r>
          </a:p>
          <a:p>
            <a:r>
              <a:rPr lang="en-IN" dirty="0" err="1"/>
              <a:t>col_names</a:t>
            </a:r>
            <a:r>
              <a:rPr lang="en-IN" dirty="0"/>
              <a:t> = </a:t>
            </a:r>
            <a:r>
              <a:rPr lang="en-IN" dirty="0" err="1"/>
              <a:t>joblib.load</a:t>
            </a:r>
            <a:r>
              <a:rPr lang="en-IN" dirty="0"/>
              <a:t>("</a:t>
            </a:r>
            <a:r>
              <a:rPr lang="en-IN" dirty="0" err="1"/>
              <a:t>column_names.pkl</a:t>
            </a:r>
            <a:r>
              <a:rPr lang="en-IN" dirty="0"/>
              <a:t>") </a:t>
            </a:r>
          </a:p>
          <a:p>
            <a:endParaRPr lang="en-IN" dirty="0"/>
          </a:p>
          <a:p>
            <a:r>
              <a:rPr lang="en-IN" dirty="0"/>
              <a:t>@app.route('/predict', methods=['POST'])</a:t>
            </a:r>
          </a:p>
          <a:p>
            <a:r>
              <a:rPr lang="en-IN" dirty="0"/>
              <a:t>def predict():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# Get JSON Request</a:t>
            </a:r>
          </a:p>
          <a:p>
            <a:r>
              <a:rPr lang="en-IN" dirty="0"/>
              <a:t>    </a:t>
            </a:r>
            <a:r>
              <a:rPr lang="en-IN" dirty="0" err="1"/>
              <a:t>feat_data</a:t>
            </a:r>
            <a:r>
              <a:rPr lang="en-IN" dirty="0"/>
              <a:t> = </a:t>
            </a:r>
            <a:r>
              <a:rPr lang="en-IN" dirty="0" err="1"/>
              <a:t>request.json</a:t>
            </a:r>
            <a:endParaRPr lang="en-IN" dirty="0"/>
          </a:p>
          <a:p>
            <a:r>
              <a:rPr lang="en-IN" dirty="0"/>
              <a:t>    # Convert JSON request to Pandas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</a:t>
            </a:r>
            <a:r>
              <a:rPr lang="en-IN" dirty="0" err="1"/>
              <a:t>feat_data</a:t>
            </a:r>
            <a:r>
              <a:rPr lang="en-IN" dirty="0"/>
              <a:t>)</a:t>
            </a:r>
          </a:p>
          <a:p>
            <a:r>
              <a:rPr lang="en-IN" dirty="0"/>
              <a:t>    # Match Column Names</a:t>
            </a:r>
          </a:p>
          <a:p>
            <a:r>
              <a:rPr lang="en-IN" dirty="0"/>
              <a:t>    </a:t>
            </a: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df.reindex</a:t>
            </a:r>
            <a:r>
              <a:rPr lang="en-IN" dirty="0"/>
              <a:t>(columns=</a:t>
            </a:r>
            <a:r>
              <a:rPr lang="en-IN" dirty="0" err="1"/>
              <a:t>col_names</a:t>
            </a:r>
            <a:r>
              <a:rPr lang="en-IN" dirty="0"/>
              <a:t>)</a:t>
            </a:r>
          </a:p>
          <a:p>
            <a:r>
              <a:rPr lang="en-IN" dirty="0"/>
              <a:t>    # Get prediction</a:t>
            </a:r>
          </a:p>
          <a:p>
            <a:r>
              <a:rPr lang="en-IN" dirty="0"/>
              <a:t>    prediction = list(</a:t>
            </a:r>
            <a:r>
              <a:rPr lang="en-IN" dirty="0" err="1"/>
              <a:t>model.predict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))</a:t>
            </a:r>
          </a:p>
          <a:p>
            <a:r>
              <a:rPr lang="en-IN" dirty="0"/>
              <a:t>    # Return JSON version of Prediction</a:t>
            </a:r>
          </a:p>
          <a:p>
            <a:r>
              <a:rPr lang="en-IN" dirty="0"/>
              <a:t>    return </a:t>
            </a:r>
            <a:r>
              <a:rPr lang="en-IN" dirty="0" err="1"/>
              <a:t>jsonify</a:t>
            </a:r>
            <a:r>
              <a:rPr lang="en-IN" dirty="0"/>
              <a:t>({'prediction': str(prediction)})</a:t>
            </a:r>
          </a:p>
          <a:p>
            <a:r>
              <a:rPr lang="en-IN" dirty="0"/>
              <a:t>       </a:t>
            </a:r>
          </a:p>
          <a:p>
            <a:endParaRPr lang="en-IN" dirty="0"/>
          </a:p>
          <a:p>
            <a:r>
              <a:rPr lang="en-IN" dirty="0"/>
              <a:t>if __name__ == '__main__':    </a:t>
            </a:r>
          </a:p>
          <a:p>
            <a:r>
              <a:rPr lang="en-IN" dirty="0"/>
              <a:t>    </a:t>
            </a:r>
            <a:r>
              <a:rPr lang="en-IN" dirty="0" err="1"/>
              <a:t>app.run</a:t>
            </a:r>
            <a:r>
              <a:rPr lang="en-IN" dirty="0"/>
              <a:t>(debug=</a:t>
            </a:r>
            <a:r>
              <a:rPr lang="en-IN" dirty="0" err="1"/>
              <a:t>True,port</a:t>
            </a:r>
            <a:r>
              <a:rPr lang="en-IN" dirty="0"/>
              <a:t>=5000, host='0.0.0.0')</a:t>
            </a:r>
          </a:p>
        </p:txBody>
      </p:sp>
    </p:spTree>
    <p:extLst>
      <p:ext uri="{BB962C8B-B14F-4D97-AF65-F5344CB8AC3E}">
        <p14:creationId xmlns:p14="http://schemas.microsoft.com/office/powerpoint/2010/main" val="381206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E4CB-F279-B683-82A3-0BEB8645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EEB0C-1D24-6E1B-C568-62E54C2EA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# Use an official Python runtime as a parent image</a:t>
            </a:r>
          </a:p>
          <a:p>
            <a:r>
              <a:rPr lang="en-US" dirty="0"/>
              <a:t>FROM python:3.12-slim</a:t>
            </a:r>
          </a:p>
          <a:p>
            <a:endParaRPr lang="en-US" dirty="0"/>
          </a:p>
          <a:p>
            <a:r>
              <a:rPr lang="en-US" dirty="0"/>
              <a:t># Set the working directory in the container</a:t>
            </a:r>
          </a:p>
          <a:p>
            <a:r>
              <a:rPr lang="en-US" dirty="0"/>
              <a:t>WORKDIR /app</a:t>
            </a:r>
          </a:p>
          <a:p>
            <a:endParaRPr lang="en-US" dirty="0"/>
          </a:p>
          <a:p>
            <a:r>
              <a:rPr lang="en-US" dirty="0"/>
              <a:t># Copy the current directory contents into the container at /app</a:t>
            </a:r>
          </a:p>
          <a:p>
            <a:r>
              <a:rPr lang="en-US" dirty="0"/>
              <a:t>COPY . /app</a:t>
            </a:r>
          </a:p>
          <a:p>
            <a:endParaRPr lang="en-US" dirty="0"/>
          </a:p>
          <a:p>
            <a:r>
              <a:rPr lang="en-US" dirty="0"/>
              <a:t># Install any needed dependencies specified in requirements.txt</a:t>
            </a:r>
          </a:p>
          <a:p>
            <a:r>
              <a:rPr lang="en-US" dirty="0"/>
              <a:t>RUN pip install -r requirements.txt</a:t>
            </a:r>
          </a:p>
          <a:p>
            <a:endParaRPr lang="en-US" dirty="0"/>
          </a:p>
          <a:p>
            <a:r>
              <a:rPr lang="en-US" dirty="0"/>
              <a:t># Make port 5000 available to the world outside this container</a:t>
            </a:r>
          </a:p>
          <a:p>
            <a:r>
              <a:rPr lang="en-US" dirty="0"/>
              <a:t>EXPOSE 5000</a:t>
            </a:r>
          </a:p>
          <a:p>
            <a:endParaRPr lang="en-US" dirty="0"/>
          </a:p>
          <a:p>
            <a:r>
              <a:rPr lang="en-US" dirty="0"/>
              <a:t># Define the command to run your application</a:t>
            </a:r>
          </a:p>
          <a:p>
            <a:r>
              <a:rPr lang="en-US" dirty="0"/>
              <a:t>CMD ["python", "02_api.py"]</a:t>
            </a:r>
          </a:p>
        </p:txBody>
      </p:sp>
    </p:spTree>
    <p:extLst>
      <p:ext uri="{BB962C8B-B14F-4D97-AF65-F5344CB8AC3E}">
        <p14:creationId xmlns:p14="http://schemas.microsoft.com/office/powerpoint/2010/main" val="321125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E4CB-F279-B683-82A3-0BEB8645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EEB0C-1D24-6E1B-C568-62E54C2EA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Flask==3.1.2</a:t>
            </a:r>
          </a:p>
          <a:p>
            <a:r>
              <a:rPr lang="en-US" dirty="0"/>
              <a:t>requests==2.32.5</a:t>
            </a:r>
          </a:p>
          <a:p>
            <a:r>
              <a:rPr lang="en-US" dirty="0" err="1"/>
              <a:t>joblib</a:t>
            </a:r>
            <a:r>
              <a:rPr lang="en-US" dirty="0"/>
              <a:t>==1.5.3</a:t>
            </a:r>
          </a:p>
          <a:p>
            <a:r>
              <a:rPr lang="en-US" dirty="0"/>
              <a:t>pandas==3.0.0</a:t>
            </a:r>
          </a:p>
          <a:p>
            <a:r>
              <a:rPr lang="en-US" dirty="0"/>
              <a:t>scikit-learn==1.8.0</a:t>
            </a:r>
          </a:p>
          <a:p>
            <a:r>
              <a:rPr lang="en-US" dirty="0" err="1"/>
              <a:t>numpy</a:t>
            </a:r>
            <a:r>
              <a:rPr lang="en-US" dirty="0"/>
              <a:t>==2.4.1</a:t>
            </a:r>
          </a:p>
        </p:txBody>
      </p:sp>
    </p:spTree>
    <p:extLst>
      <p:ext uri="{BB962C8B-B14F-4D97-AF65-F5344CB8AC3E}">
        <p14:creationId xmlns:p14="http://schemas.microsoft.com/office/powerpoint/2010/main" val="414167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623B8-776B-BFA2-EF72-A85C65D2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Docker Image and Run Docker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80F9C-2C11-7679-0AA1-47FB3C3DF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C:\code\Data Analytics\model-deployment\</a:t>
            </a:r>
            <a:r>
              <a:rPr lang="en-US" dirty="0" err="1"/>
              <a:t>tmp_dir</a:t>
            </a:r>
            <a:r>
              <a:rPr lang="en-US" dirty="0"/>
              <a:t>&gt;</a:t>
            </a:r>
            <a:r>
              <a:rPr lang="en-US" b="1" dirty="0"/>
              <a:t>docker    build    -t    </a:t>
            </a:r>
            <a:r>
              <a:rPr lang="en-US" b="1" dirty="0" err="1"/>
              <a:t>my_predict</a:t>
            </a:r>
            <a:r>
              <a:rPr lang="en-US" b="1" dirty="0"/>
              <a:t>    .</a:t>
            </a:r>
          </a:p>
          <a:p>
            <a:endParaRPr lang="en-US" b="1" dirty="0"/>
          </a:p>
          <a:p>
            <a:r>
              <a:rPr lang="en-US" dirty="0"/>
              <a:t>C:\code\Data Analytics\model-deployment\</a:t>
            </a:r>
            <a:r>
              <a:rPr lang="en-US" dirty="0" err="1"/>
              <a:t>tmp_dir</a:t>
            </a:r>
            <a:r>
              <a:rPr lang="en-US" dirty="0"/>
              <a:t>&gt;</a:t>
            </a:r>
            <a:r>
              <a:rPr lang="en-US" b="1" dirty="0"/>
              <a:t>docker    run      -p    5000:5000    </a:t>
            </a:r>
            <a:r>
              <a:rPr lang="en-US" b="1" dirty="0" err="1"/>
              <a:t>my_predict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Test in Postman as before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960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545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Deploying ML Models</vt:lpstr>
      <vt:lpstr>Example 1: Model Deployment – Regression Example</vt:lpstr>
      <vt:lpstr>Example 1: Serving Model as API</vt:lpstr>
      <vt:lpstr>Deploying as a Container Using Docker</vt:lpstr>
      <vt:lpstr>Modified 02_api.py</vt:lpstr>
      <vt:lpstr>Dockerfile</vt:lpstr>
      <vt:lpstr>requirements.txt</vt:lpstr>
      <vt:lpstr>Build Docker Image and Run Docker Container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Atul Kahate</dc:creator>
  <cp:lastModifiedBy>Atul Kahate</cp:lastModifiedBy>
  <cp:revision>16</cp:revision>
  <dcterms:created xsi:type="dcterms:W3CDTF">2024-04-29T08:55:43Z</dcterms:created>
  <dcterms:modified xsi:type="dcterms:W3CDTF">2026-02-01T11:48:31Z</dcterms:modified>
</cp:coreProperties>
</file>